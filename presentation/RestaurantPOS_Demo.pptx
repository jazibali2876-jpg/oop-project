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3F4F6"/>
                </a:solidFill>
                <a:latin typeface="Calibri"/>
              </a:rPr>
              <a:t>Smart Restaurant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6B35"/>
                </a:solidFill>
                <a:latin typeface="Calibri"/>
              </a:rPr>
              <a:t>A modern point-of-sale desktop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Calibri"/>
              </a:rPr>
              <a:t>C++17  ·  SFML 3.1  ·  Dear ImGui  ·  CMake  ·  MinGW-w64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3F4F6"/>
                </a:solidFill>
                <a:latin typeface="Calibri"/>
              </a:rPr>
              <a:t>Final-year Object-Oriented Programming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3F4F6"/>
                </a:solidFill>
                <a:latin typeface="Calibri"/>
              </a:rPr>
              <a:t>Jazib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Problem &amp;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F3F4F6"/>
                </a:solidFill>
                <a:latin typeface="Calibri"/>
              </a:rPr>
              <a:t>•  Independent restaurants juggle paper order pads, separate kitchen tickets, and standalone receipt printers.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F3F4F6"/>
                </a:solidFill>
                <a:latin typeface="Calibri"/>
              </a:rPr>
              <a:t>•  Inventory drifts out of sync. Reporting is manual. Customer loyalty data is lost.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F3F4F6"/>
                </a:solidFill>
                <a:latin typeface="Calibri"/>
              </a:rPr>
              <a:t>•  Commercial POS suites (Toast, Square) solve this, but are expensive, cloud-bound, and overkill for one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Our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F3F4F6"/>
                </a:solidFill>
                <a:latin typeface="Calibri"/>
              </a:rPr>
              <a:t>•  Build an offline desktop POS that looks and feels like a real product — covering orders, billing, inventory, tables, customers, kitchen, and analytics.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F3F4F6"/>
                </a:solidFill>
                <a:latin typeface="Calibri"/>
              </a:rPr>
              <a:t>•  Use the app to demonstrate strong object-oriented programming and complete file-handling, end-to-end.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F3F4F6"/>
                </a:solidFill>
                <a:latin typeface="Calibri"/>
              </a:rPr>
              <a:t>•  Stay realistically buildable inside one semester — no databases, no cloud, no enterprise frameworks.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Everything is vendored — the app runs offline after a single clone.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C++17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UI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4942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Dear ImGui (immediate-mode, header-light)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Windowing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700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SFML 3.1 (window, events, audio, texture loading)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06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Rendering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906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ImGui_ImplOpenGL3 backend (OpenGL 3.3)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112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Toolchain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51129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MinGW-w64 GCC 14.2 (UCRT / POSIX / SEH)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Build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931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CMake 3.30 (vendored portable)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525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5254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Plain C++ file handling — text + binary; NO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73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7731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F4F6"/>
                </a:solidFill>
                <a:latin typeface="Calibri"/>
              </a:rPr>
              <a:t>Hand-drawn with ImDrawList primitives — no ImPlot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Two layers + a manual integration glue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417320"/>
          </a:xfrm>
          <a:prstGeom prst="rect">
            <a:avLst/>
          </a:prstGeom>
          <a:solidFill>
            <a:srgbClr val="26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UI layer  ·  src/ui/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Immediate-mode screens (Splash, Login, Dashboard, Menu, Order, Billing, Inventory, Tables, Kitchen, Analytics).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Holds only transient state (selection, scroll, animation timers). Never opens a file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246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↓ calls into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11064240" cy="1417320"/>
          </a:xfrm>
          <a:prstGeom prst="rect">
            <a:avLst/>
          </a:prstGeom>
          <a:solidFill>
            <a:srgbClr val="26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Domain layer  ·  src/domain/  ·  no ImGui, no SFML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Entities + Services + Repositories. Holds ALL business state; this is the layer graded for OOP.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Services orchestrate use cases; repositories are the only code that opens fstreams.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120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↓ read / write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26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Data files  ·  data/  ·  text (.txt) + binary (.dat)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users.dat   menu.txt   orders.dat   customers.dat   inventory.txt   tables.txt   sales_history.dat   receipts/*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8368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Glue:  src/platform/  —  hand-written ImGui ↔ SFML 3 integration over the bundled imgui_impl_opengl3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OOP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Each concept maps to a concrete class in the built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Classes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MenuItem, Order, Customer, Ingredient,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Encapsulation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67128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Order — private items vector, mutation only via add / removeAt / setStatus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511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Inheritance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51176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User  →  Admin / Cashier / Kitchen   in  src/domain/auth/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Polymorphism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35224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Session::user().can(Capability) — runtime type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Abstraction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19272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User is abstract; pure-virtual can() and roleName()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Virtual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03320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User::can, ::roleName, ::role — overridden by every concrete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873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087368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BinaryRepository&lt;T&gt; instantiated for User/Customer/Loyalty/Sales records;  Id&lt;Tag&gt;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7141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Operator overloading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471416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Money +/-/*/&lt;&lt;;  Order::operator+=;  Receipt::operator&lt;&lt; (thermal layout)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5546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Exception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55464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DomainException base + 8 subclasses; services throw, screens catch → toasts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395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STL containers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239512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vector, map, unordered_map, array&lt;int,24&gt;, optional, deque, unique_ptr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Modular programming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623560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domain/ split into 10 sub-packages; separate ui/ and util/ layers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0760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Header / source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6007608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F4F6"/>
                </a:solidFill>
                <a:latin typeface="Calibri"/>
              </a:rPr>
              <a:t>Every non-template class has a matching .h and .cpp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File-Handling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C++ fstreams only — text files for editable data, binary records for ledgers.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Text files (.txt)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menu.txt — id | name | category | priceCents | imagePath | available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inventory.txt — id | name | unit | stock | threshold | costCents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recipes.txt — menuItemId | ingId:qty,ingId:qty,...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tables.txt — id | seats | status | reservedFor | reservedAt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settings.txt — k=v (theme, rememberedUser, ...)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receipts/RCPT-NNNNNN.txt — thermal-style printable receipts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Binary records (.dat)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users.dat — UserRecord (128 B, static_assert-locked)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orders.dat — variable-length: OrderHeader (128 B) + N OrderItems (56 B)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customers.dat — CustomerRecord (96 B)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loyalty.dat — LoyaltyRecord (32 B)  append-only ledger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3F4F6"/>
                </a:solidFill>
                <a:latin typeface="Calibri"/>
              </a:rPr>
              <a:t>•  sales_history.dat — SalesRecord (64 B)  flat scan for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Crash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430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Whole-file rewrites use write-temp-then-rename (util::writeAtomic) — power loss can't corrupt the live file.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Binary appends rely on the OS append guarantee. Every POD record struct is static_assert-locked at its on-disk byte count.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Missing files at boot = empty data. Default seed data is created the first time the app starts.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Feature Walkthrough  (1 /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Auth, dashboard, menu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login]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dashboard]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menu]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Login — 3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Admin / Cashier / Kitchen — capability
checks gate every action. Salted hash;
'remember me' persists username in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Today's revenue, active orders, low-stock
count, top item. 7-day revenue line chart
drawn manually with ImDrawList.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Menu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Admin-only CRUD with category filter and
search. Cashiers see the same screen as
read-only by capability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Feature Walkthrough  (2 /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Orders, billing, inventory.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order]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billing]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inventory]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New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Menu grid + cart with auto totals + tax +
prep estimate. Customer lookup by phone
(register inline). Discount +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Billing &amp; Receipts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Cash / card / online-sim. Itemized receipt
in a thermal-style 44-column layout via
Receipt::operator&lt;&lt;. Save + PDF-style export.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Stock table with low-stock row highlight.
Auto-deduction when an order is placed,
via recipes mapping items to ingredients.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Feature Walkthrough  (3 /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Tables, kitchen display, analytics with hand-drawn charts.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tables]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kitchen]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57600" cy="2286000"/>
          </a:xfrm>
          <a:prstGeom prst="rect">
            <a:avLst/>
          </a:prstGeom>
          <a:solidFill>
            <a:srgbClr val="262B33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[screenshot: analytics]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(capture and drop into presentation/screenshots/)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Color-coded grid: Free / Occupied /
Reserved. Tap to reserve, occupy, or free.
Reservations attach a Customer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Kitchen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Three lanes (Pending / Preparing /
Ready). Live elapsed-time per ticket;
kitchen role advances status with one tap.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4F6"/>
                </a:solidFill>
                <a:latin typeface="Calibri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9884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Today / week / month ranges. Bar, pie, and
line charts — all drawn manually with
ImDrawList (no ImPlot dependency).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Smart &amp; Optional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Built vs deferred — honest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Popular-item detection — Report::topItems via SalesHistoryRepository.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Low-stock alerts on dashboard, with row-tinted highlights on Inventory.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Loyalty points + tier (New / Bronze / Silver / Gold) via LoyaltyRule.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Dark / Light theme switch persisted in settings.txt.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Splash screen with progress bar; per-frame easing animations.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Auto-seed data on first run so a clean clone boots straight into a usable demo.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Atomic file writes (write-temp-then-rename) for crash-safe persistence.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Deferred (stretch goals)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Predictive low-stock (days-until-out estimate) — heuristic only.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Sound effects via SFML audio.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Keyboard shortcuts (Ctrl+N, Ctrl+P, ...).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QR-code table menus and face-recognition login (out of scope).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Real PDF export — current export is text-based.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Backup / restore commands from the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Real engineering, not invented drama.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SFML MinGW linkage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1226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The vendored SFML-3.1.0 is an MSVC build (.lib + .pdb). MinGW could not link it due to MSVC ↔ Itanium C++ ABI incompatibility. Fix: rebuilt SFML 3.1.0 from source with the bundled GCC into third_party/SFML-mingw/ (proper lib*.a archives + DLLs).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Immediate-mode UI vs strong 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Dear ImGui has no persistent widget objects — easy to bleed business logic into draw functions. Fix: hard split into a UI layer (transient) and a Domain layer (no ImGui include). Domain owns all state; UI calls into it per frame.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Manual ImGui ↔ SFML 3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3250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There is no ImGui-SFML binding for SFML 3. Built our own InputBridge + ImGuiBackend translating sf::Event variants (event.getIf&lt;...&gt;()) into ImGuiIO events, driving imgui_impl_opengl3 against SFML's GL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Binary record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9262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POD records crossing on-disk and in-memory must keep stable sizes. Fix: #pragma pack(1) + static_assert(sizeof(R) == N) for every record (UserRecord = 128, OrderHeader = 128, OrderItem = 56, ...).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First-run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5274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A blank install must not crash if data files don't exist. Repositories tolerate missing files; services seed sensible defaults (admin user, 5 menu items, 10 tables, ingredients, recipes).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Testing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Compile-time checks: every binary record has static_assert(sizeof(R) == N) and static_assert(std::is_trivially_copyable_v&lt;R&gt;).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Build verification: smart_pos.exe linked at every package boundary during Phase 2 (3 rounds — common+auth, business core, services).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Preflight script (tools/preflight_check.ps1) validates compiler, SFML link, every runtime DLL beside the .exe, fonts on disk, and asset/data paths.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Fresh-machine simulation: dist/ copied to %TEMP%, PATH stripped to only C:\Windows\System32, then smart_pos.exe launched — confirms zero hidden dependencies.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Smoke test (Phase 1 Stage 1): minimal ImGui window inside SFML window before any feature work — guaranteed the manual integration is sound.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Manual exercise of every screen with first-run + populated states: login, place order, deduct stock, advance kitchen ticket, save receipt, view analytics.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Logging: every service-level error → data/log.txt with ISO8601 timestamps, available for post-run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F4F6"/>
                </a:solidFill>
                <a:latin typeface="Calibri"/>
              </a:rPr>
              <a:t>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822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Real PDF export via a small library (e.g. libharu), instead of text-formatted .pdf.txt files.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True thermal-printer driver hookup (ESC/POS over USB) for printing receipts.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Migration / format-versioning header on binary files so on-disk schema can evolve safely.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Backup-and-restore actions in the Settings screen (zip the data/ folder).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Predictive low-stock alerts using a simple rolling average over sales_history.dat.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Multi-station mode: file-watcher syncing orders between front-of-house and kitchen displays on a LAN share.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Internationalization — externalize all UI strings to data/i18n/&lt;lang&gt;.txt and add a language switch.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F3F4F6"/>
                </a:solidFill>
                <a:latin typeface="Calibri"/>
              </a:rPr>
              <a:t>•  Accessibility pass: keyboard-only navigation, larger-text mode, color-blind palette for the table grid.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3F4F6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6B35"/>
                </a:solidFill>
                <a:latin typeface="Calibri"/>
              </a:rPr>
              <a:t>Smart Restaurant POS  ·  C++17  ·  Dear ImGui  ·  SFML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F3F4F6"/>
                </a:solidFill>
                <a:latin typeface="Calibri"/>
              </a:rPr>
              <a:t>Live demo:  double-click  dist/smart_pos.exe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F3F4F6"/>
                </a:solidFill>
                <a:latin typeface="Calibri"/>
              </a:rPr>
              <a:t>Default login:   admin / admin123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F3F4F6"/>
                </a:solidFill>
                <a:latin typeface="Calibri"/>
              </a:rPr>
              <a:t>Source + planning docs:   ./src/   ./planning/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3F4F6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